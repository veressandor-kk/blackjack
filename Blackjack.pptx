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Huszonegy – </a:t>
            </a:r>
            <a:r>
              <a:rPr lang="hu-HU" b="1" dirty="0" err="1"/>
              <a:t>Blackjack</a:t>
            </a:r>
            <a:r>
              <a:rPr lang="hu-HU" b="1" dirty="0"/>
              <a:t> kártyajáték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smtClean="0"/>
              <a:t>Veres Sándor &amp; </a:t>
            </a:r>
            <a:r>
              <a:rPr lang="hu-HU" dirty="0" err="1" smtClean="0"/>
              <a:t>Csefó</a:t>
            </a:r>
            <a:r>
              <a:rPr lang="hu-HU" dirty="0" smtClean="0"/>
              <a:t> Levente</a:t>
            </a:r>
          </a:p>
          <a:p>
            <a:r>
              <a:rPr lang="hu-HU" dirty="0" smtClean="0"/>
              <a:t>11.A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014538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04800" y="465666"/>
            <a:ext cx="9905998" cy="3124201"/>
          </a:xfrm>
        </p:spPr>
        <p:txBody>
          <a:bodyPr/>
          <a:lstStyle/>
          <a:p>
            <a:r>
              <a:rPr lang="hu-HU" dirty="0"/>
              <a:t>A projekt célja egy </a:t>
            </a:r>
            <a:r>
              <a:rPr lang="hu-HU" b="1" dirty="0"/>
              <a:t>huszonegy</a:t>
            </a:r>
            <a:r>
              <a:rPr lang="hu-HU" dirty="0"/>
              <a:t> nevű kártyajáték elkészítése.</a:t>
            </a:r>
          </a:p>
          <a:p>
            <a:r>
              <a:rPr lang="hu-HU" dirty="0"/>
              <a:t>A játék során a játékos célja, hogy a lapjai összértéke </a:t>
            </a:r>
            <a:r>
              <a:rPr lang="hu-HU" b="1" dirty="0"/>
              <a:t>minél közelebb legyen </a:t>
            </a:r>
            <a:r>
              <a:rPr lang="hu-HU" dirty="0"/>
              <a:t>a </a:t>
            </a:r>
            <a:r>
              <a:rPr lang="hu-HU" b="1" dirty="0"/>
              <a:t>21-hez</a:t>
            </a:r>
            <a:r>
              <a:rPr lang="hu-HU" dirty="0"/>
              <a:t>, de ne lépje túl azt.</a:t>
            </a:r>
          </a:p>
          <a:p>
            <a:r>
              <a:rPr lang="hu-HU" dirty="0"/>
              <a:t>A program feladata a </a:t>
            </a:r>
            <a:r>
              <a:rPr lang="hu-HU" b="1" dirty="0"/>
              <a:t>kártyák kezelése</a:t>
            </a:r>
            <a:r>
              <a:rPr lang="hu-HU" dirty="0"/>
              <a:t>, a </a:t>
            </a:r>
            <a:r>
              <a:rPr lang="hu-HU" b="1" dirty="0"/>
              <a:t>pontszámítás</a:t>
            </a:r>
            <a:r>
              <a:rPr lang="hu-HU" dirty="0"/>
              <a:t> és a </a:t>
            </a:r>
            <a:r>
              <a:rPr lang="hu-HU" b="1" dirty="0"/>
              <a:t>játékszabályok</a:t>
            </a:r>
            <a:r>
              <a:rPr lang="hu-HU" dirty="0"/>
              <a:t> </a:t>
            </a:r>
            <a:r>
              <a:rPr lang="hu-HU" b="1" dirty="0"/>
              <a:t>betartása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3" y="2690283"/>
            <a:ext cx="64008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66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8013" y="270933"/>
            <a:ext cx="9905998" cy="1905000"/>
          </a:xfrm>
        </p:spPr>
        <p:txBody>
          <a:bodyPr/>
          <a:lstStyle/>
          <a:p>
            <a:r>
              <a:rPr lang="hu-HU" b="1" dirty="0"/>
              <a:t>A játék szabályai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08013" y="1794933"/>
            <a:ext cx="9905998" cy="3124201"/>
          </a:xfrm>
        </p:spPr>
        <p:txBody>
          <a:bodyPr/>
          <a:lstStyle/>
          <a:p>
            <a:r>
              <a:rPr lang="hu-HU" dirty="0"/>
              <a:t>A játék </a:t>
            </a:r>
            <a:r>
              <a:rPr lang="hu-HU" b="1" dirty="0"/>
              <a:t>52 </a:t>
            </a:r>
            <a:r>
              <a:rPr lang="hu-HU" dirty="0"/>
              <a:t>lapos francia kártyával történik, </a:t>
            </a:r>
            <a:r>
              <a:rPr lang="hu-HU" b="1" dirty="0"/>
              <a:t>dzsókerek nélkül</a:t>
            </a:r>
            <a:r>
              <a:rPr lang="hu-HU" dirty="0"/>
              <a:t>.</a:t>
            </a:r>
          </a:p>
          <a:p>
            <a:r>
              <a:rPr lang="hu-HU" dirty="0"/>
              <a:t>A 2–10 közötti lapok a rajtuk szereplő számot érik.</a:t>
            </a:r>
          </a:p>
          <a:p>
            <a:r>
              <a:rPr lang="hu-HU" dirty="0"/>
              <a:t>A </a:t>
            </a:r>
            <a:r>
              <a:rPr lang="hu-HU" b="1" dirty="0"/>
              <a:t>bubi, dáma </a:t>
            </a:r>
            <a:r>
              <a:rPr lang="hu-HU" dirty="0"/>
              <a:t>és </a:t>
            </a:r>
            <a:r>
              <a:rPr lang="hu-HU" b="1" dirty="0"/>
              <a:t>király</a:t>
            </a:r>
            <a:r>
              <a:rPr lang="hu-HU" dirty="0"/>
              <a:t> értéke </a:t>
            </a:r>
            <a:r>
              <a:rPr lang="hu-HU" b="1" dirty="0"/>
              <a:t>10 pont</a:t>
            </a:r>
            <a:r>
              <a:rPr lang="hu-HU" dirty="0"/>
              <a:t>.</a:t>
            </a:r>
          </a:p>
          <a:p>
            <a:r>
              <a:rPr lang="hu-HU" dirty="0"/>
              <a:t>Az ász értéke </a:t>
            </a:r>
            <a:r>
              <a:rPr lang="hu-HU" b="1" dirty="0"/>
              <a:t>1</a:t>
            </a:r>
            <a:r>
              <a:rPr lang="hu-HU" dirty="0"/>
              <a:t> </a:t>
            </a:r>
            <a:r>
              <a:rPr lang="hu-HU" b="1" dirty="0"/>
              <a:t>vagy</a:t>
            </a:r>
            <a:r>
              <a:rPr lang="hu-HU" dirty="0"/>
              <a:t> </a:t>
            </a:r>
            <a:r>
              <a:rPr lang="hu-HU" b="1" dirty="0"/>
              <a:t>11</a:t>
            </a:r>
            <a:r>
              <a:rPr lang="hu-HU" dirty="0"/>
              <a:t> pont lehet.</a:t>
            </a:r>
          </a:p>
          <a:p>
            <a:r>
              <a:rPr lang="hu-HU" dirty="0"/>
              <a:t>A cél a </a:t>
            </a:r>
            <a:r>
              <a:rPr lang="hu-HU" b="1" dirty="0"/>
              <a:t>21 pont elérése </a:t>
            </a:r>
            <a:r>
              <a:rPr lang="hu-HU" dirty="0"/>
              <a:t>vagy </a:t>
            </a:r>
            <a:r>
              <a:rPr lang="hu-HU" b="1" dirty="0"/>
              <a:t>minél jobb megközelítése</a:t>
            </a:r>
            <a:r>
              <a:rPr lang="hu-HU" dirty="0"/>
              <a:t>.</a:t>
            </a:r>
          </a:p>
          <a:p>
            <a:r>
              <a:rPr lang="hu-HU" dirty="0"/>
              <a:t>Aki </a:t>
            </a:r>
            <a:r>
              <a:rPr lang="hu-HU" b="1" dirty="0"/>
              <a:t>túllépi a 21 pontot</a:t>
            </a:r>
            <a:r>
              <a:rPr lang="hu-HU" dirty="0"/>
              <a:t>, az </a:t>
            </a:r>
            <a:r>
              <a:rPr lang="hu-HU" b="1" dirty="0"/>
              <a:t>elveszíti</a:t>
            </a:r>
            <a:r>
              <a:rPr lang="hu-HU" dirty="0"/>
              <a:t> a kört.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1" y="3699933"/>
            <a:ext cx="3772958" cy="28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00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94746" y="330200"/>
            <a:ext cx="9905998" cy="1905000"/>
          </a:xfrm>
        </p:spPr>
        <p:txBody>
          <a:bodyPr/>
          <a:lstStyle/>
          <a:p>
            <a:r>
              <a:rPr lang="hu-HU" dirty="0"/>
              <a:t>A francia kártya felépítése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47146" y="1769533"/>
            <a:ext cx="9905998" cy="3124201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francia kártyapakli 52 lapból áll, és négy színt tartalmaz:</a:t>
            </a:r>
          </a:p>
          <a:p>
            <a:r>
              <a:rPr lang="hu-HU" dirty="0"/>
              <a:t>Pikk (♠)</a:t>
            </a:r>
          </a:p>
          <a:p>
            <a:r>
              <a:rPr lang="hu-HU" dirty="0"/>
              <a:t>Kőr (♥)</a:t>
            </a:r>
          </a:p>
          <a:p>
            <a:r>
              <a:rPr lang="hu-HU" dirty="0"/>
              <a:t>Treff (♣)</a:t>
            </a:r>
          </a:p>
          <a:p>
            <a:r>
              <a:rPr lang="hu-HU" dirty="0"/>
              <a:t>Káró (♦)</a:t>
            </a:r>
          </a:p>
          <a:p>
            <a:r>
              <a:rPr lang="hu-HU" dirty="0"/>
              <a:t>Minden színben 13 lap található. A figurás lapok a bubi, a dáma és a király, amelyek egyaránt 10 pontot érnek.</a:t>
            </a:r>
          </a:p>
          <a:p>
            <a:r>
              <a:rPr lang="hu-HU" dirty="0"/>
              <a:t>A programnak a lapok értékét és színét is megfelelően kell kezelnie.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769533"/>
            <a:ext cx="3808410" cy="157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345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működése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41413" y="2082799"/>
            <a:ext cx="9905998" cy="3124201"/>
          </a:xfrm>
        </p:spPr>
        <p:txBody>
          <a:bodyPr/>
          <a:lstStyle/>
          <a:p>
            <a:r>
              <a:rPr lang="hu-HU" dirty="0"/>
              <a:t>A játék elején a program </a:t>
            </a:r>
            <a:r>
              <a:rPr lang="hu-HU" b="1" dirty="0"/>
              <a:t>létrehozza és megkeveri </a:t>
            </a:r>
            <a:r>
              <a:rPr lang="hu-HU" dirty="0"/>
              <a:t>a kártyapaklit.</a:t>
            </a:r>
          </a:p>
          <a:p>
            <a:r>
              <a:rPr lang="hu-HU" dirty="0"/>
              <a:t>Ezután a </a:t>
            </a:r>
            <a:r>
              <a:rPr lang="hu-HU" b="1" dirty="0"/>
              <a:t>játékos lapokat kap</a:t>
            </a:r>
            <a:r>
              <a:rPr lang="hu-HU" dirty="0"/>
              <a:t>, és a program kiszámítja a </a:t>
            </a:r>
            <a:r>
              <a:rPr lang="hu-HU" b="1" dirty="0"/>
              <a:t>lapok összértékét</a:t>
            </a:r>
            <a:r>
              <a:rPr lang="hu-HU" dirty="0"/>
              <a:t>.</a:t>
            </a:r>
          </a:p>
          <a:p>
            <a:r>
              <a:rPr lang="hu-HU" dirty="0"/>
              <a:t>A játékos újabb lapot kérhet, vagy dönthet úgy, hogy megáll.</a:t>
            </a:r>
          </a:p>
          <a:p>
            <a:r>
              <a:rPr lang="hu-HU" dirty="0"/>
              <a:t>A program </a:t>
            </a:r>
            <a:r>
              <a:rPr lang="hu-HU" b="1" dirty="0"/>
              <a:t>minden húzás után ellenőrzi </a:t>
            </a:r>
            <a:r>
              <a:rPr lang="hu-HU" dirty="0"/>
              <a:t>a pontszámot, és megállapítja a kör </a:t>
            </a:r>
            <a:r>
              <a:rPr lang="hu-HU" b="1" dirty="0"/>
              <a:t>eredményét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867" y="4368273"/>
            <a:ext cx="3869266" cy="21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7623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81013" y="143933"/>
            <a:ext cx="9905998" cy="1905000"/>
          </a:xfrm>
        </p:spPr>
        <p:txBody>
          <a:bodyPr/>
          <a:lstStyle/>
          <a:p>
            <a:r>
              <a:rPr lang="hu-HU" b="1" dirty="0"/>
              <a:t>Tesztelés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81013" y="1913466"/>
            <a:ext cx="9905998" cy="31242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/>
              <a:t>A tesztelés célja annak ellenőrzése, hogy a program megfelelően működik-e.</a:t>
            </a:r>
          </a:p>
          <a:p>
            <a:pPr marL="0" indent="0">
              <a:buNone/>
            </a:pPr>
            <a:r>
              <a:rPr lang="hu-HU" sz="3000" b="1" dirty="0"/>
              <a:t>A fontosabb tesztesetek:</a:t>
            </a:r>
          </a:p>
          <a:p>
            <a:r>
              <a:rPr lang="hu-HU" dirty="0"/>
              <a:t>A játékos pontosan 21 pontot ér el.</a:t>
            </a:r>
          </a:p>
          <a:p>
            <a:r>
              <a:rPr lang="hu-HU" dirty="0"/>
              <a:t>A játékos pontszáma meghaladja a 21-et.</a:t>
            </a:r>
          </a:p>
          <a:p>
            <a:r>
              <a:rPr lang="hu-HU" dirty="0"/>
              <a:t>A program helyesen számolja a figurás lapok értékét.</a:t>
            </a:r>
          </a:p>
          <a:p>
            <a:r>
              <a:rPr lang="hu-HU" dirty="0" smtClean="0"/>
              <a:t>A </a:t>
            </a:r>
            <a:r>
              <a:rPr lang="hu-HU" dirty="0"/>
              <a:t>pakliból nem lehet több lapot húzni, mint amennyi rendelkezésre áll.</a:t>
            </a:r>
          </a:p>
          <a:p>
            <a:r>
              <a:rPr lang="hu-HU" dirty="0"/>
              <a:t>A tesztelés segít a hibák felismerésében és kijavításában.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2992249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55146" y="1921932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projekt során megismerhető a kártyák programozott kezelése, a pontszámítás és a játékszabályok megvalósítása.</a:t>
            </a:r>
          </a:p>
          <a:p>
            <a:pPr marL="0" indent="0">
              <a:buNone/>
            </a:pPr>
            <a:r>
              <a:rPr lang="hu-HU" dirty="0"/>
              <a:t>A feladat lehetőséget ad a programozási és problémamegoldó készségek fejlesztésére.</a:t>
            </a:r>
          </a:p>
          <a:p>
            <a:pPr marL="0" indent="0" algn="ctr">
              <a:buNone/>
            </a:pPr>
            <a:r>
              <a:rPr lang="hu-HU" sz="4000" b="1" dirty="0" smtClean="0"/>
              <a:t>Köszönjük </a:t>
            </a:r>
            <a:r>
              <a:rPr lang="hu-HU" sz="4000" b="1" dirty="0"/>
              <a:t>a figyelmet!</a:t>
            </a:r>
            <a:endParaRPr lang="hu-HU" sz="40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0652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367</TotalTime>
  <Words>341</Words>
  <Application>Microsoft Office PowerPoint</Application>
  <PresentationFormat>Szélesvásznú</PresentationFormat>
  <Paragraphs>37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Szita</vt:lpstr>
      <vt:lpstr>Huszonegy – Blackjack kártyajáték </vt:lpstr>
      <vt:lpstr>PowerPoint bemutató</vt:lpstr>
      <vt:lpstr>A játék szabályai</vt:lpstr>
      <vt:lpstr>A francia kártya felépítése</vt:lpstr>
      <vt:lpstr>A program működése</vt:lpstr>
      <vt:lpstr>Tesztelés</vt:lpstr>
      <vt:lpstr>PowerPoint bemutató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Huszonegy – Blackjack kártyajáték</dc:title>
  <dc:creator>jozsef.rabai@outlook.com</dc:creator>
  <cp:lastModifiedBy>jozsef.rabai@outlook.com</cp:lastModifiedBy>
  <cp:revision>4</cp:revision>
  <dcterms:created xsi:type="dcterms:W3CDTF">2026-10-18T09:28:18Z</dcterms:created>
  <dcterms:modified xsi:type="dcterms:W3CDTF">2026-10-18T15:35:59Z</dcterms:modified>
</cp:coreProperties>
</file>